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CDCBD8-7AE9-C107-A926-7C79D2FFB611}" v="105" dt="2026-03-16T10:28:49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yahuatzin@gmail.com" userId="2ed0e8fe3e92a2a9" providerId="Windows Live" clId="Web-{29CDCBD8-7AE9-C107-A926-7C79D2FFB611}"/>
    <pc:docChg chg="modSld">
      <pc:chgData name="rodyahuatzin@gmail.com" userId="2ed0e8fe3e92a2a9" providerId="Windows Live" clId="Web-{29CDCBD8-7AE9-C107-A926-7C79D2FFB611}" dt="2026-03-16T10:28:49.542" v="104" actId="20577"/>
      <pc:docMkLst>
        <pc:docMk/>
      </pc:docMkLst>
      <pc:sldChg chg="modSp">
        <pc:chgData name="rodyahuatzin@gmail.com" userId="2ed0e8fe3e92a2a9" providerId="Windows Live" clId="Web-{29CDCBD8-7AE9-C107-A926-7C79D2FFB611}" dt="2026-03-16T10:28:49.542" v="104" actId="20577"/>
        <pc:sldMkLst>
          <pc:docMk/>
          <pc:sldMk cId="2626951454" sldId="256"/>
        </pc:sldMkLst>
        <pc:spChg chg="mod">
          <ac:chgData name="rodyahuatzin@gmail.com" userId="2ed0e8fe3e92a2a9" providerId="Windows Live" clId="Web-{29CDCBD8-7AE9-C107-A926-7C79D2FFB611}" dt="2026-03-16T10:28:29.353" v="36" actId="20577"/>
          <ac:spMkLst>
            <pc:docMk/>
            <pc:sldMk cId="2626951454" sldId="256"/>
            <ac:spMk id="2" creationId="{4EF45B5F-4608-CEA7-5CC5-A303F74C6CD6}"/>
          </ac:spMkLst>
        </pc:spChg>
        <pc:spChg chg="mod">
          <ac:chgData name="rodyahuatzin@gmail.com" userId="2ed0e8fe3e92a2a9" providerId="Windows Live" clId="Web-{29CDCBD8-7AE9-C107-A926-7C79D2FFB611}" dt="2026-03-16T10:28:49.542" v="104" actId="20577"/>
          <ac:spMkLst>
            <pc:docMk/>
            <pc:sldMk cId="2626951454" sldId="256"/>
            <ac:spMk id="3" creationId="{F5C0CB2B-C3F8-CB19-2568-6A8FABDCFED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FEB9-5E27-F56D-AF09-DB4FF34D6A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BD1027-0A4A-4F84-8CB7-AF89FCAA8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0B0394-7569-A5CB-F9E1-E93712B8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193854-9B0F-CACD-8BBF-9E7AF62E9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E3DC01-85C6-3B9A-E056-CDFDD721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0469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87B10-CF2E-3EBB-9D2C-CFAB8915D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5D0815-062F-1518-CDB4-752EEBC17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9E1A40-4082-84C9-72A6-36F89B8ED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B72AA5-A79A-9691-B948-BAF82D355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FDC8A4-FD5C-CB8A-3D87-897472896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058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32BF0-7FD0-EAB6-2700-6036025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B0A0EA-F60B-6B20-89D0-1C49CDD4C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4317F3-3900-DD90-4E72-143A83097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FC5A31-58A6-2CF6-C057-EB06FB625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A21D4E-0888-A384-36A1-26540160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70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0EAC4-38D7-680A-D0D0-7FF43C150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F00775-023D-66BC-9261-C763C65F04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D715B5-8910-BDB1-28FB-1F3324ADD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2D4B7D-D42F-18CB-B255-796CEC76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280360-A8AE-AA55-01B3-7C1B0BC2A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8BE27D-E232-FD8D-A8CB-B8490CBD5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7045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E26EA-0A5F-D129-14F8-CE0551CF3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FD7D06-577F-177C-8637-879E6CE96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81E37A8-D912-00F6-98CA-3930A11D53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55F45B-6544-A2BE-7012-3A1D084486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328E00-C9AB-01B0-A8B1-C85A76ED6B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A6EA42-204A-BD52-E7F9-415FF752B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3D8C3EC-CBC1-50BB-116F-81D5947E7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21E601E-DB53-A7C9-C5FD-DD78FE3BE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009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38A50-5A96-A17A-CDFB-DCDAA5E05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94296BE-88F5-8A99-4751-C9EB1F45C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238F464-EEE9-4A8A-7B16-0F667479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2BE183-1C7A-09BB-1D05-1D3449EBB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043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D02AD2A-9E5E-2DEB-58AF-96C6DE47A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4881D02-0FAF-9364-6499-C4551061B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E0C903-3F3F-E384-6DA4-D7B3C1458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7591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9CBD2-4EF6-034F-295E-A0A51376E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DD59D9-05D0-4562-BB5F-9937FF762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4CC75A-354A-F681-393B-A181BAB37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049137-6018-70D3-169E-8EC9918FB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D23ED93-F896-215D-80F7-F52734D1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86D4AC0-C89D-DC3D-524B-DA5178CE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778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C04A7E-1863-38CF-094D-FFA5F9F3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21B484-4156-BC0E-C4E7-FA4D2434A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4A1E63-89D0-7CA0-2625-CD3436ADEC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303CAB-3808-854C-B271-77A6A2B88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CCCAA4-0B5B-F13B-6F37-82A25B6D5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8041FE-C17A-CBDB-7AD1-DDEE7C6D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9541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F40C7-D98A-12F1-6F54-96640B7E5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E8AC518-8AC4-772E-B34F-803FB7ED8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C62B-C996-2FB0-B4BF-D246D5111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313537-15D0-7E20-CB28-D3ACBFF8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315C39-7044-E31C-B3B2-D4F06C2DF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07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87A7E8-6EAF-9213-0C23-2EDBDADB70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E237D9-8C8E-F511-89EE-6566E2EC8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F501B5-CD34-79E0-F432-E9F6FF043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82803E-C28C-5AE8-210E-316D497D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A528F9-DF96-5701-60B4-F8C05C65B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506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FCF3DC0-7022-BEEF-0D5E-DB7FA0063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691172-AF7A-9C36-7F35-3DECA21D6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7DABEE-4BA2-6BC5-D8F5-3EA8CAD9A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64745-7EBD-4A43-B5C9-484D548C8107}" type="datetimeFigureOut">
              <a:rPr lang="es-ES" smtClean="0"/>
              <a:t>16/03/2026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86B4DC-D197-08B0-5EE9-4D8CDC2706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D54726-621B-AEDD-D516-73B58DFFCC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3E9F0-46AE-4130-B904-9649CB674C2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200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45B5F-4608-CEA7-5CC5-A303F74C6C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4800">
                <a:latin typeface="Calibri"/>
                <a:ea typeface="Calibri"/>
                <a:cs typeface="Calibri"/>
              </a:rPr>
              <a:t>S&amp;P500 y IBEX35</a:t>
            </a:r>
            <a:br>
              <a:rPr lang="es-ES" sz="4800">
                <a:latin typeface="Calibri"/>
                <a:ea typeface="Calibri"/>
                <a:cs typeface="Calibri"/>
              </a:rPr>
            </a:br>
            <a:r>
              <a:rPr lang="es-ES" sz="4800">
                <a:latin typeface="Calibri"/>
                <a:ea typeface="Calibri"/>
                <a:cs typeface="Calibri"/>
              </a:rPr>
              <a:t>Proyecto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5C0CB2B-C3F8-CB19-2568-6A8FABDCFE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err="1"/>
              <a:t>Adrian</a:t>
            </a:r>
            <a:r>
              <a:rPr lang="es-ES"/>
              <a:t> Reig, Rodrigo </a:t>
            </a:r>
            <a:r>
              <a:rPr lang="es-ES" err="1"/>
              <a:t>Ahuatzin</a:t>
            </a:r>
            <a:r>
              <a:rPr lang="es-ES"/>
              <a:t>, Carlos Battistini </a:t>
            </a:r>
          </a:p>
        </p:txBody>
      </p:sp>
    </p:spTree>
    <p:extLst>
      <p:ext uri="{BB962C8B-B14F-4D97-AF65-F5344CB8AC3E}">
        <p14:creationId xmlns:p14="http://schemas.microsoft.com/office/powerpoint/2010/main" val="26269514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Panorámica</PresentationFormat>
  <Paragraphs>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de Office</vt:lpstr>
      <vt:lpstr>S&amp;P500 y IBEX35 Proyecto Software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Adriyucal adrianreigfernandez</dc:creator>
  <cp:lastModifiedBy>Adriyucal adrianreigfernandez</cp:lastModifiedBy>
  <cp:revision>1</cp:revision>
  <dcterms:created xsi:type="dcterms:W3CDTF">2026-03-16T10:20:41Z</dcterms:created>
  <dcterms:modified xsi:type="dcterms:W3CDTF">2026-03-16T10:29:15Z</dcterms:modified>
</cp:coreProperties>
</file>