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95" d="100"/>
          <a:sy n="95" d="100"/>
        </p:scale>
        <p:origin x="67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6EFEB9-5E27-F56D-AF09-DB4FF34D6A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3BD1027-0A4A-4F84-8CB7-AF89FCAA88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0B0394-7569-A5CB-F9E1-E93712B8E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193854-9B0F-CACD-8BBF-9E7AF62E9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E3DC01-85C6-3B9A-E056-CDFDD721D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0469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F87B10-CF2E-3EBB-9D2C-CFAB8915D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5D0815-062F-1518-CDB4-752EEBC1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49E1A40-4082-84C9-72A6-36F89B8ED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B72AA5-A79A-9691-B948-BAF82D355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FDC8A4-FD5C-CB8A-3D87-897472896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0586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E32BF0-7FD0-EAB6-2700-6036025FB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6B0A0EA-F60B-6B20-89D0-1C49CDD4C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4317F3-3900-DD90-4E72-143A83097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FC5A31-58A6-2CF6-C057-EB06FB625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6A21D4E-0888-A384-36A1-26540160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70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50EAC4-38D7-680A-D0D0-7FF43C150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8F00775-023D-66BC-9261-C763C65F04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3D715B5-8910-BDB1-28FB-1F3324ADD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C2D4B7D-D42F-18CB-B255-796CEC76F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1280360-A8AE-AA55-01B3-7C1B0BC2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B8BE27D-E232-FD8D-A8CB-B8490CBD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7045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2E26EA-0A5F-D129-14F8-CE0551CF3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FD7D06-577F-177C-8637-879E6CE96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81E37A8-D912-00F6-98CA-3930A11D5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755F45B-6544-A2BE-7012-3A1D084486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C328E00-C9AB-01B0-A8B1-C85A76ED6B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4A6EA42-204A-BD52-E7F9-415FF752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3D8C3EC-CBC1-50BB-116F-81D5947E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21E601E-DB53-A7C9-C5FD-DD78FE3BE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0095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38A50-5A96-A17A-CDFB-DCDAA5E05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94296BE-88F5-8A99-4751-C9EB1F45C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238F464-EEE9-4A8A-7B16-0F667479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F2BE183-1C7A-09BB-1D05-1D3449EBB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50434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D02AD2A-9E5E-2DEB-58AF-96C6DE47A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4881D02-0FAF-9364-6499-C4551061B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5E0C903-3F3F-E384-6DA4-D7B3C1458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7591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09CBD2-4EF6-034F-295E-A0A51376E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9DD59D9-05D0-4562-BB5F-9937FF762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44CC75A-354A-F681-393B-A181BAB37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C049137-6018-70D3-169E-8EC9918FB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23ED93-F896-215D-80F7-F52734D1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86D4AC0-C89D-DC3D-524B-DA5178CED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786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04A7E-1863-38CF-094D-FFA5F9F30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C21B484-4156-BC0E-C4E7-FA4D2434A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4A1E63-89D0-7CA0-2625-CD3436ADE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303CAB-3808-854C-B271-77A6A2B88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5CCCAA4-0B5B-F13B-6F37-82A25B6D5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F8041FE-C17A-CBDB-7AD1-DDEE7C6D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69541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F40C7-D98A-12F1-6F54-96640B7E5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E8AC518-8AC4-772E-B34F-803FB7ED8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8FC62B-C996-2FB0-B4BF-D246D5111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313537-15D0-7E20-CB28-D3ACBFF8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3315C39-7044-E31C-B3B2-D4F06C2D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4073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187A7E8-6EAF-9213-0C23-2EDBDADB70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E237D9-8C8E-F511-89EE-6566E2EC88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6F501B5-CD34-79E0-F432-E9F6FF043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82803E-C28C-5AE8-210E-316D497DF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A528F9-DF96-5701-60B4-F8C05C65B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5068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FCF3DC0-7022-BEEF-0D5E-DB7FA0063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691172-AF7A-9C36-7F35-3DECA21D6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D7DABEE-4BA2-6BC5-D8F5-3EA8CAD9A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B86B4DC-D197-08B0-5EE9-4D8CDC2706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54726-621B-AEDD-D516-73B58DFFCC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200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F45B5F-4608-CEA7-5CC5-A303F74C6C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5C0CB2B-C3F8-CB19-2568-6A8FABDCFE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69514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Adriyucal adrianreigfernandez</dc:creator>
  <cp:lastModifiedBy>Adriyucal adrianreigfernandez</cp:lastModifiedBy>
  <cp:revision>1</cp:revision>
  <dcterms:created xsi:type="dcterms:W3CDTF">2026-03-16T10:20:41Z</dcterms:created>
  <dcterms:modified xsi:type="dcterms:W3CDTF">2026-03-16T10:20:56Z</dcterms:modified>
</cp:coreProperties>
</file>